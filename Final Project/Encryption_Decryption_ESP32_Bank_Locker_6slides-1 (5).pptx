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59436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shie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92354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AND DECRYPTION USING ESP32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Locker Simulation Project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66360" y="4069080"/>
            <a:ext cx="18288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simple, step by step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Encryption &amp; Decryption?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/key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99032"/>
            <a:ext cx="356616" cy="35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2161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08760" y="156362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normal data into a secret code so no one else can read 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ppt/exchang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3347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450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08760" y="279806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secret code back into normal, readable data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794760"/>
            <a:ext cx="553212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3" name="Image 2" descr="/home/claude/ppt/usershiel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41550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0416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bank lockers need this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2960" y="4617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Locker opens only for the real owner, and encrypted codes stop thieves even if they see the numbers — adding a strong digital layer of trust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537960" y="123444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90372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Example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90372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word: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903720" y="237744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20" name="Text 15"/>
          <p:cNvSpPr/>
          <p:nvPr/>
        </p:nvSpPr>
        <p:spPr>
          <a:xfrm>
            <a:off x="6903720" y="23774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OPEN123</a:t>
            </a:r>
            <a:endParaRPr lang="en-US" sz="1800" dirty="0"/>
          </a:p>
        </p:txBody>
      </p:sp>
      <p:pic>
        <p:nvPicPr>
          <p:cNvPr id="21" name="Image 3" descr="/home/claude/ppt/bol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30175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encryption: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903720" y="384048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4" name="Text 18"/>
          <p:cNvSpPr/>
          <p:nvPr/>
        </p:nvSpPr>
        <p:spPr>
          <a:xfrm>
            <a:off x="6903720" y="38404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X$7&amp;kq2!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903720" y="45262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ESP32 can turn it back to "OPEN123"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Components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114800" cy="45720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model of a bank locker unlocked by a secret code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encrypted before it is checked, so it stays safe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is the brain; a servo motor is the real lock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5074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how encryption + hardware together build real security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92040" y="123444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0" y="149047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/home/claude/ppt/chi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9870" y="1639702"/>
            <a:ext cx="323332" cy="3233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20640" y="2240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Board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120640" y="26060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encryption and makes decisions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66760" y="123444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595360" y="149047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ppt/keyboar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590" y="1639702"/>
            <a:ext cx="323332" cy="3233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95360" y="2240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/ App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595360" y="26060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type or send the secret code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92040" y="356616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120640" y="38221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ppt/cog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870" y="3971422"/>
            <a:ext cx="323332" cy="3233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20640" y="4572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120640" y="4937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to lock or unlock the door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366760" y="356616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595360" y="38221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ppt/shiel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590" y="3971422"/>
            <a:ext cx="323332" cy="3233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95360" y="4572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&amp; Power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595360" y="4937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status and powers the system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input to the locked door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468880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6" name="Image 0" descr="/home/claude/ppt/key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550" y="26663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/ App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the secret code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63240" y="29718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566160" y="21488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2468880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2" name="Image 1" descr="/home/claude/ppt/chi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910" y="266639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03320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code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43600" y="29718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446520" y="21488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23760" y="2468880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8" name="Image 2" descr="/home/claude/ppt/key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270" y="266639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83680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scrambled and checked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823960" y="29718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326880" y="21488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04120" y="2468880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4" name="Image 3" descr="/home/claude/ppt/cogs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1630" y="266639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6404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464040" y="3886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Locker opens or stays shut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85800" y="4846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language: the code goes in, gets scrambled for safety, ESP32 checks it, and only then the lock moves.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Step by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480560" cy="461772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" name="Image 0" descr="/home/claude/ppt/key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55996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813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Encryption Idea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“key” number is mixed with the code (XOR cipher)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looks like random symbols to anyone else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same key again brings back the original code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use a stronger version called AES for real-world safety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343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secret handshake — only those who know it understand the message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39496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35040" y="120700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the code on the keypad or app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394960" y="2075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035040" y="204825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encrypts the code instantly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394960" y="29169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35040" y="288950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code is compared with the stored one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394960" y="37581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39496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35040" y="373075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servo motor unlocks the door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394960" y="45994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035040" y="45720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locker stays locked, alert shown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73352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7" name="Image 0" descr="/home/claude/ppt/shie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1870862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5361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Security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83080" y="193852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adds a hidden layer that is very hard to break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1673352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2" name="Image 1" descr="/home/claude/ppt/bol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870862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5361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06640" y="193852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checks and unlocks in a fraction of a second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017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319272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7" name="Image 2" descr="/home/claude/ppt/mobi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3516782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3182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Access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783080" y="3584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both keypad and mobile app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3017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0" y="3319272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2" name="Image 3" descr="/home/claude/ppt/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10" y="3516782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3182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06640" y="3584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cheap, easily available parts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Encryption + ESP32 + servo motor together build a real, working security system — showing how software and hardware team up to keep valuables safe.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2026-07-11T05:18:17Z</dcterms:created>
  <dcterms:modified xsi:type="dcterms:W3CDTF">2026-07-11T05:18:17Z</dcterms:modified>
</cp:coreProperties>
</file>